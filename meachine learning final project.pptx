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256" r:id="rId5"/>
    <p:sldId id="296" r:id="rId6"/>
    <p:sldId id="297" r:id="rId7"/>
    <p:sldId id="298" r:id="rId8"/>
    <p:sldId id="299" r:id="rId9"/>
    <p:sldId id="300" r:id="rId10"/>
    <p:sldId id="305" r:id="rId11"/>
    <p:sldId id="303" r:id="rId12"/>
    <p:sldId id="262" r:id="rId13"/>
    <p:sldId id="289" r:id="rId14"/>
    <p:sldId id="302" r:id="rId15"/>
    <p:sldId id="301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 Reddy Kunduru" userId="91e034a606d2f7ce" providerId="LiveId" clId="{0874BAEA-DE85-4578-8E9F-43234A52C3DD}"/>
    <pc:docChg chg="custSel modSld">
      <pc:chgData name="Dinesh Reddy Kunduru" userId="91e034a606d2f7ce" providerId="LiveId" clId="{0874BAEA-DE85-4578-8E9F-43234A52C3DD}" dt="2025-12-09T22:42:07.867" v="29" actId="255"/>
      <pc:docMkLst>
        <pc:docMk/>
      </pc:docMkLst>
      <pc:sldChg chg="modSp mod">
        <pc:chgData name="Dinesh Reddy Kunduru" userId="91e034a606d2f7ce" providerId="LiveId" clId="{0874BAEA-DE85-4578-8E9F-43234A52C3DD}" dt="2025-12-09T07:15:33.103" v="26" actId="20577"/>
        <pc:sldMkLst>
          <pc:docMk/>
          <pc:sldMk cId="1642425379" sldId="256"/>
        </pc:sldMkLst>
        <pc:spChg chg="mod">
          <ac:chgData name="Dinesh Reddy Kunduru" userId="91e034a606d2f7ce" providerId="LiveId" clId="{0874BAEA-DE85-4578-8E9F-43234A52C3DD}" dt="2025-12-09T07:06:14.679" v="24" actId="1076"/>
          <ac:spMkLst>
            <pc:docMk/>
            <pc:sldMk cId="1642425379" sldId="256"/>
            <ac:spMk id="6" creationId="{9442EBA7-5219-EEA9-94FB-2FED3860FDE8}"/>
          </ac:spMkLst>
        </pc:spChg>
        <pc:spChg chg="mod">
          <ac:chgData name="Dinesh Reddy Kunduru" userId="91e034a606d2f7ce" providerId="LiveId" clId="{0874BAEA-DE85-4578-8E9F-43234A52C3DD}" dt="2025-12-09T07:15:33.103" v="26" actId="20577"/>
          <ac:spMkLst>
            <pc:docMk/>
            <pc:sldMk cId="1642425379" sldId="256"/>
            <ac:spMk id="8" creationId="{C7B5228D-C69B-5928-2C4E-2AC847BEC815}"/>
          </ac:spMkLst>
        </pc:spChg>
      </pc:sldChg>
      <pc:sldChg chg="delSp mod">
        <pc:chgData name="Dinesh Reddy Kunduru" userId="91e034a606d2f7ce" providerId="LiveId" clId="{0874BAEA-DE85-4578-8E9F-43234A52C3DD}" dt="2025-12-09T07:01:28.883" v="1" actId="21"/>
        <pc:sldMkLst>
          <pc:docMk/>
          <pc:sldMk cId="1593920805" sldId="262"/>
        </pc:sldMkLst>
        <pc:spChg chg="del">
          <ac:chgData name="Dinesh Reddy Kunduru" userId="91e034a606d2f7ce" providerId="LiveId" clId="{0874BAEA-DE85-4578-8E9F-43234A52C3DD}" dt="2025-12-09T07:01:23.324" v="0" actId="21"/>
          <ac:spMkLst>
            <pc:docMk/>
            <pc:sldMk cId="1593920805" sldId="262"/>
            <ac:spMk id="80" creationId="{BC1F9D86-85D8-4FD0-B0D3-47D778722782}"/>
          </ac:spMkLst>
        </pc:spChg>
        <pc:spChg chg="del">
          <ac:chgData name="Dinesh Reddy Kunduru" userId="91e034a606d2f7ce" providerId="LiveId" clId="{0874BAEA-DE85-4578-8E9F-43234A52C3DD}" dt="2025-12-09T07:01:28.883" v="1" actId="21"/>
          <ac:spMkLst>
            <pc:docMk/>
            <pc:sldMk cId="1593920805" sldId="262"/>
            <ac:spMk id="81" creationId="{E94F1D24-E4A1-4B59-B57E-A28453963B88}"/>
          </ac:spMkLst>
        </pc:spChg>
      </pc:sldChg>
      <pc:sldChg chg="delSp mod">
        <pc:chgData name="Dinesh Reddy Kunduru" userId="91e034a606d2f7ce" providerId="LiveId" clId="{0874BAEA-DE85-4578-8E9F-43234A52C3DD}" dt="2025-12-09T07:02:12.399" v="7" actId="21"/>
        <pc:sldMkLst>
          <pc:docMk/>
          <pc:sldMk cId="2436493926" sldId="276"/>
        </pc:sldMkLst>
        <pc:spChg chg="del">
          <ac:chgData name="Dinesh Reddy Kunduru" userId="91e034a606d2f7ce" providerId="LiveId" clId="{0874BAEA-DE85-4578-8E9F-43234A52C3DD}" dt="2025-12-09T07:02:07.991" v="6" actId="21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Dinesh Reddy Kunduru" userId="91e034a606d2f7ce" providerId="LiveId" clId="{0874BAEA-DE85-4578-8E9F-43234A52C3DD}" dt="2025-12-09T07:02:12.399" v="7" actId="21"/>
          <ac:spMkLst>
            <pc:docMk/>
            <pc:sldMk cId="2436493926" sldId="276"/>
            <ac:spMk id="5" creationId="{0DFADE42-1A3F-40C8-A071-E57644F3D843}"/>
          </ac:spMkLst>
        </pc:spChg>
      </pc:sldChg>
      <pc:sldChg chg="delSp modSp mod">
        <pc:chgData name="Dinesh Reddy Kunduru" userId="91e034a606d2f7ce" providerId="LiveId" clId="{0874BAEA-DE85-4578-8E9F-43234A52C3DD}" dt="2025-12-09T07:18:19.116" v="27" actId="14100"/>
        <pc:sldMkLst>
          <pc:docMk/>
          <pc:sldMk cId="49666465" sldId="296"/>
        </pc:sldMkLst>
        <pc:spChg chg="del">
          <ac:chgData name="Dinesh Reddy Kunduru" userId="91e034a606d2f7ce" providerId="LiveId" clId="{0874BAEA-DE85-4578-8E9F-43234A52C3DD}" dt="2025-12-09T07:05:35.422" v="22" actId="21"/>
          <ac:spMkLst>
            <pc:docMk/>
            <pc:sldMk cId="49666465" sldId="296"/>
            <ac:spMk id="4" creationId="{99F83B91-E533-5DEA-933C-461ED250514C}"/>
          </ac:spMkLst>
        </pc:spChg>
        <pc:spChg chg="del">
          <ac:chgData name="Dinesh Reddy Kunduru" userId="91e034a606d2f7ce" providerId="LiveId" clId="{0874BAEA-DE85-4578-8E9F-43234A52C3DD}" dt="2025-12-09T07:05:39.925" v="23" actId="21"/>
          <ac:spMkLst>
            <pc:docMk/>
            <pc:sldMk cId="49666465" sldId="296"/>
            <ac:spMk id="5" creationId="{C0A21086-33ED-F29C-5012-A5C200781F6F}"/>
          </ac:spMkLst>
        </pc:spChg>
        <pc:spChg chg="mod">
          <ac:chgData name="Dinesh Reddy Kunduru" userId="91e034a606d2f7ce" providerId="LiveId" clId="{0874BAEA-DE85-4578-8E9F-43234A52C3DD}" dt="2025-12-09T07:18:19.116" v="27" actId="14100"/>
          <ac:spMkLst>
            <pc:docMk/>
            <pc:sldMk cId="49666465" sldId="296"/>
            <ac:spMk id="8" creationId="{2FCC2CA6-4937-F8F4-4E3D-6377E95FAAF0}"/>
          </ac:spMkLst>
        </pc:spChg>
      </pc:sldChg>
      <pc:sldChg chg="delSp mod">
        <pc:chgData name="Dinesh Reddy Kunduru" userId="91e034a606d2f7ce" providerId="LiveId" clId="{0874BAEA-DE85-4578-8E9F-43234A52C3DD}" dt="2025-12-09T07:05:26.219" v="21" actId="21"/>
        <pc:sldMkLst>
          <pc:docMk/>
          <pc:sldMk cId="1017285402" sldId="297"/>
        </pc:sldMkLst>
        <pc:spChg chg="del">
          <ac:chgData name="Dinesh Reddy Kunduru" userId="91e034a606d2f7ce" providerId="LiveId" clId="{0874BAEA-DE85-4578-8E9F-43234A52C3DD}" dt="2025-12-09T07:05:21.032" v="20" actId="21"/>
          <ac:spMkLst>
            <pc:docMk/>
            <pc:sldMk cId="1017285402" sldId="297"/>
            <ac:spMk id="4" creationId="{4AD275F1-1A34-4C58-1688-98E0F81615E8}"/>
          </ac:spMkLst>
        </pc:spChg>
        <pc:spChg chg="del">
          <ac:chgData name="Dinesh Reddy Kunduru" userId="91e034a606d2f7ce" providerId="LiveId" clId="{0874BAEA-DE85-4578-8E9F-43234A52C3DD}" dt="2025-12-09T07:05:26.219" v="21" actId="21"/>
          <ac:spMkLst>
            <pc:docMk/>
            <pc:sldMk cId="1017285402" sldId="297"/>
            <ac:spMk id="5" creationId="{42FADA31-5635-F590-3C75-973C9F088E49}"/>
          </ac:spMkLst>
        </pc:spChg>
      </pc:sldChg>
      <pc:sldChg chg="delSp mod">
        <pc:chgData name="Dinesh Reddy Kunduru" userId="91e034a606d2f7ce" providerId="LiveId" clId="{0874BAEA-DE85-4578-8E9F-43234A52C3DD}" dt="2025-12-09T07:05:09.595" v="19" actId="21"/>
        <pc:sldMkLst>
          <pc:docMk/>
          <pc:sldMk cId="2754572479" sldId="298"/>
        </pc:sldMkLst>
        <pc:spChg chg="del">
          <ac:chgData name="Dinesh Reddy Kunduru" userId="91e034a606d2f7ce" providerId="LiveId" clId="{0874BAEA-DE85-4578-8E9F-43234A52C3DD}" dt="2025-12-09T07:05:03.206" v="18" actId="21"/>
          <ac:spMkLst>
            <pc:docMk/>
            <pc:sldMk cId="2754572479" sldId="298"/>
            <ac:spMk id="4" creationId="{44E3424E-9920-A1E7-C54D-2DB7D37819ED}"/>
          </ac:spMkLst>
        </pc:spChg>
        <pc:spChg chg="del">
          <ac:chgData name="Dinesh Reddy Kunduru" userId="91e034a606d2f7ce" providerId="LiveId" clId="{0874BAEA-DE85-4578-8E9F-43234A52C3DD}" dt="2025-12-09T07:05:09.595" v="19" actId="21"/>
          <ac:spMkLst>
            <pc:docMk/>
            <pc:sldMk cId="2754572479" sldId="298"/>
            <ac:spMk id="5" creationId="{4334F6CD-D0B6-EA20-964B-5CA6CDB70821}"/>
          </ac:spMkLst>
        </pc:spChg>
      </pc:sldChg>
      <pc:sldChg chg="delSp mod">
        <pc:chgData name="Dinesh Reddy Kunduru" userId="91e034a606d2f7ce" providerId="LiveId" clId="{0874BAEA-DE85-4578-8E9F-43234A52C3DD}" dt="2025-12-09T07:04:54.561" v="17" actId="21"/>
        <pc:sldMkLst>
          <pc:docMk/>
          <pc:sldMk cId="3700779305" sldId="299"/>
        </pc:sldMkLst>
        <pc:spChg chg="del">
          <ac:chgData name="Dinesh Reddy Kunduru" userId="91e034a606d2f7ce" providerId="LiveId" clId="{0874BAEA-DE85-4578-8E9F-43234A52C3DD}" dt="2025-12-09T07:04:48.616" v="16" actId="21"/>
          <ac:spMkLst>
            <pc:docMk/>
            <pc:sldMk cId="3700779305" sldId="299"/>
            <ac:spMk id="4" creationId="{238F4A99-5017-BF52-DB51-59C5A8521842}"/>
          </ac:spMkLst>
        </pc:spChg>
        <pc:spChg chg="del">
          <ac:chgData name="Dinesh Reddy Kunduru" userId="91e034a606d2f7ce" providerId="LiveId" clId="{0874BAEA-DE85-4578-8E9F-43234A52C3DD}" dt="2025-12-09T07:04:54.561" v="17" actId="21"/>
          <ac:spMkLst>
            <pc:docMk/>
            <pc:sldMk cId="3700779305" sldId="299"/>
            <ac:spMk id="5" creationId="{67BFECCD-34BE-0E96-97BA-B9C5126FB3AD}"/>
          </ac:spMkLst>
        </pc:spChg>
      </pc:sldChg>
      <pc:sldChg chg="modSp mod">
        <pc:chgData name="Dinesh Reddy Kunduru" userId="91e034a606d2f7ce" providerId="LiveId" clId="{0874BAEA-DE85-4578-8E9F-43234A52C3DD}" dt="2025-12-09T22:42:07.867" v="29" actId="255"/>
        <pc:sldMkLst>
          <pc:docMk/>
          <pc:sldMk cId="25854568" sldId="300"/>
        </pc:sldMkLst>
        <pc:spChg chg="mod">
          <ac:chgData name="Dinesh Reddy Kunduru" userId="91e034a606d2f7ce" providerId="LiveId" clId="{0874BAEA-DE85-4578-8E9F-43234A52C3DD}" dt="2025-12-09T07:04:04.212" v="14" actId="1076"/>
          <ac:spMkLst>
            <pc:docMk/>
            <pc:sldMk cId="25854568" sldId="300"/>
            <ac:spMk id="2" creationId="{16C3EF20-4695-C46D-3873-A09EB60DB6B9}"/>
          </ac:spMkLst>
        </pc:spChg>
        <pc:spChg chg="mod">
          <ac:chgData name="Dinesh Reddy Kunduru" userId="91e034a606d2f7ce" providerId="LiveId" clId="{0874BAEA-DE85-4578-8E9F-43234A52C3DD}" dt="2025-12-09T22:42:07.867" v="29" actId="255"/>
          <ac:spMkLst>
            <pc:docMk/>
            <pc:sldMk cId="25854568" sldId="300"/>
            <ac:spMk id="3" creationId="{BC504FCB-86B7-9EC8-D0C9-458B0556BB14}"/>
          </ac:spMkLst>
        </pc:spChg>
      </pc:sldChg>
      <pc:sldChg chg="delSp mod">
        <pc:chgData name="Dinesh Reddy Kunduru" userId="91e034a606d2f7ce" providerId="LiveId" clId="{0874BAEA-DE85-4578-8E9F-43234A52C3DD}" dt="2025-12-09T07:01:58.447" v="5" actId="21"/>
        <pc:sldMkLst>
          <pc:docMk/>
          <pc:sldMk cId="2218996278" sldId="301"/>
        </pc:sldMkLst>
        <pc:spChg chg="del">
          <ac:chgData name="Dinesh Reddy Kunduru" userId="91e034a606d2f7ce" providerId="LiveId" clId="{0874BAEA-DE85-4578-8E9F-43234A52C3DD}" dt="2025-12-09T07:01:53.498" v="4" actId="21"/>
          <ac:spMkLst>
            <pc:docMk/>
            <pc:sldMk cId="2218996278" sldId="301"/>
            <ac:spMk id="4" creationId="{5F60D3AF-3438-7BCF-8544-A6CF28781D49}"/>
          </ac:spMkLst>
        </pc:spChg>
        <pc:spChg chg="del">
          <ac:chgData name="Dinesh Reddy Kunduru" userId="91e034a606d2f7ce" providerId="LiveId" clId="{0874BAEA-DE85-4578-8E9F-43234A52C3DD}" dt="2025-12-09T07:01:58.447" v="5" actId="21"/>
          <ac:spMkLst>
            <pc:docMk/>
            <pc:sldMk cId="2218996278" sldId="301"/>
            <ac:spMk id="5" creationId="{FD5DF674-4731-6026-913A-8D121AB77DB0}"/>
          </ac:spMkLst>
        </pc:spChg>
      </pc:sldChg>
      <pc:sldChg chg="delSp mod">
        <pc:chgData name="Dinesh Reddy Kunduru" userId="91e034a606d2f7ce" providerId="LiveId" clId="{0874BAEA-DE85-4578-8E9F-43234A52C3DD}" dt="2025-12-09T07:01:42.545" v="3" actId="21"/>
        <pc:sldMkLst>
          <pc:docMk/>
          <pc:sldMk cId="2385012492" sldId="302"/>
        </pc:sldMkLst>
        <pc:spChg chg="del">
          <ac:chgData name="Dinesh Reddy Kunduru" userId="91e034a606d2f7ce" providerId="LiveId" clId="{0874BAEA-DE85-4578-8E9F-43234A52C3DD}" dt="2025-12-09T07:01:37.161" v="2" actId="21"/>
          <ac:spMkLst>
            <pc:docMk/>
            <pc:sldMk cId="2385012492" sldId="302"/>
            <ac:spMk id="4" creationId="{66A7BBB4-95E3-4EAD-D9B8-4F803AAA89B2}"/>
          </ac:spMkLst>
        </pc:spChg>
        <pc:spChg chg="del">
          <ac:chgData name="Dinesh Reddy Kunduru" userId="91e034a606d2f7ce" providerId="LiveId" clId="{0874BAEA-DE85-4578-8E9F-43234A52C3DD}" dt="2025-12-09T07:01:42.545" v="3" actId="21"/>
          <ac:spMkLst>
            <pc:docMk/>
            <pc:sldMk cId="2385012492" sldId="302"/>
            <ac:spMk id="5" creationId="{24738AB1-7660-029C-217D-B1E3D9354C49}"/>
          </ac:spMkLst>
        </pc:spChg>
      </pc:sldChg>
      <pc:sldChg chg="delSp mod">
        <pc:chgData name="Dinesh Reddy Kunduru" userId="91e034a606d2f7ce" providerId="LiveId" clId="{0874BAEA-DE85-4578-8E9F-43234A52C3DD}" dt="2025-12-09T07:03:25.102" v="9" actId="21"/>
        <pc:sldMkLst>
          <pc:docMk/>
          <pc:sldMk cId="3390093945" sldId="303"/>
        </pc:sldMkLst>
        <pc:spChg chg="del">
          <ac:chgData name="Dinesh Reddy Kunduru" userId="91e034a606d2f7ce" providerId="LiveId" clId="{0874BAEA-DE85-4578-8E9F-43234A52C3DD}" dt="2025-12-09T07:03:19.884" v="8" actId="21"/>
          <ac:spMkLst>
            <pc:docMk/>
            <pc:sldMk cId="3390093945" sldId="303"/>
            <ac:spMk id="20" creationId="{9FA14F91-F782-0A8C-CF4C-E2883CAF9F00}"/>
          </ac:spMkLst>
        </pc:spChg>
        <pc:spChg chg="del">
          <ac:chgData name="Dinesh Reddy Kunduru" userId="91e034a606d2f7ce" providerId="LiveId" clId="{0874BAEA-DE85-4578-8E9F-43234A52C3DD}" dt="2025-12-09T07:03:25.102" v="9" actId="21"/>
          <ac:spMkLst>
            <pc:docMk/>
            <pc:sldMk cId="3390093945" sldId="303"/>
            <ac:spMk id="21" creationId="{DDCAFCF0-2FB9-0EF6-A52A-B7E7A1A520B9}"/>
          </ac:spMkLst>
        </pc:spChg>
      </pc:sldChg>
      <pc:sldChg chg="delSp mod">
        <pc:chgData name="Dinesh Reddy Kunduru" userId="91e034a606d2f7ce" providerId="LiveId" clId="{0874BAEA-DE85-4578-8E9F-43234A52C3DD}" dt="2025-12-09T07:03:40.468" v="11" actId="21"/>
        <pc:sldMkLst>
          <pc:docMk/>
          <pc:sldMk cId="3758544831" sldId="305"/>
        </pc:sldMkLst>
        <pc:spChg chg="del">
          <ac:chgData name="Dinesh Reddy Kunduru" userId="91e034a606d2f7ce" providerId="LiveId" clId="{0874BAEA-DE85-4578-8E9F-43234A52C3DD}" dt="2025-12-09T07:03:34.867" v="10" actId="21"/>
          <ac:spMkLst>
            <pc:docMk/>
            <pc:sldMk cId="3758544831" sldId="305"/>
            <ac:spMk id="20" creationId="{67A40F00-13BB-D376-1DDD-72DE1E0BA65E}"/>
          </ac:spMkLst>
        </pc:spChg>
        <pc:spChg chg="del">
          <ac:chgData name="Dinesh Reddy Kunduru" userId="91e034a606d2f7ce" providerId="LiveId" clId="{0874BAEA-DE85-4578-8E9F-43234A52C3DD}" dt="2025-12-09T07:03:40.468" v="11" actId="21"/>
          <ac:spMkLst>
            <pc:docMk/>
            <pc:sldMk cId="3758544831" sldId="305"/>
            <ac:spMk id="21" creationId="{0D84D559-BE4F-3519-C469-542B1E7216A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5689E0-C817-E451-5BD8-CBBF7F43E0CC}"/>
              </a:ext>
            </a:extLst>
          </p:cNvPr>
          <p:cNvSpPr txBox="1"/>
          <p:nvPr/>
        </p:nvSpPr>
        <p:spPr>
          <a:xfrm>
            <a:off x="2112753" y="775010"/>
            <a:ext cx="7966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DSCI-6003 –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2EBA7-5219-EEA9-94FB-2FED3860FDE8}"/>
              </a:ext>
            </a:extLst>
          </p:cNvPr>
          <p:cNvSpPr txBox="1"/>
          <p:nvPr/>
        </p:nvSpPr>
        <p:spPr>
          <a:xfrm>
            <a:off x="2198254" y="2064079"/>
            <a:ext cx="7795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SMART TRAFFIC VOLUME PREDICTION USING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5228D-C69B-5928-2C4E-2AC847BEC815}"/>
              </a:ext>
            </a:extLst>
          </p:cNvPr>
          <p:cNvSpPr txBox="1"/>
          <p:nvPr/>
        </p:nvSpPr>
        <p:spPr>
          <a:xfrm>
            <a:off x="7185891" y="3990109"/>
            <a:ext cx="41903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Team Members</a:t>
            </a:r>
            <a:br>
              <a:rPr lang="en-US" dirty="0"/>
            </a:br>
            <a:r>
              <a:rPr lang="en-US" sz="1600" dirty="0"/>
              <a:t>Shruthi Darwaja</a:t>
            </a:r>
            <a:br>
              <a:rPr lang="en-US" sz="1600" dirty="0"/>
            </a:br>
            <a:r>
              <a:rPr lang="en-US" sz="1600" dirty="0"/>
              <a:t>Dharmika Gali</a:t>
            </a:r>
            <a:br>
              <a:rPr lang="en-US" sz="1600" dirty="0"/>
            </a:br>
            <a:r>
              <a:rPr lang="en-US" sz="1600" dirty="0"/>
              <a:t>Bharadwaj </a:t>
            </a:r>
            <a:r>
              <a:rPr lang="en-US" sz="1600" dirty="0" err="1"/>
              <a:t>Gottimukkula</a:t>
            </a:r>
            <a:br>
              <a:rPr lang="en-US" sz="1600" dirty="0"/>
            </a:br>
            <a:r>
              <a:rPr lang="en-US" sz="1600" dirty="0"/>
              <a:t>Dinesh Reddy Kunduru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DC4A-CECC-7795-72D2-BE113F65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217"/>
            <a:ext cx="5111750" cy="981219"/>
          </a:xfrm>
        </p:spPr>
        <p:txBody>
          <a:bodyPr/>
          <a:lstStyle/>
          <a:p>
            <a:r>
              <a:rPr lang="en-US" sz="3200" b="1" dirty="0"/>
              <a:t>Project</a:t>
            </a:r>
            <a:r>
              <a:rPr lang="en-US" dirty="0"/>
              <a:t> </a:t>
            </a:r>
            <a:r>
              <a:rPr lang="en-US" sz="3200" b="1" dirty="0"/>
              <a:t>OBJECTIVE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0EBFB-25E9-1261-7683-2B3F57DA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CC2CA6-4937-F8F4-4E3D-6377E95FAAF0}"/>
              </a:ext>
            </a:extLst>
          </p:cNvPr>
          <p:cNvSpPr txBox="1"/>
          <p:nvPr/>
        </p:nvSpPr>
        <p:spPr>
          <a:xfrm>
            <a:off x="838200" y="1496291"/>
            <a:ext cx="10515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Analyze traffic patterns across different cities and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Understand hourly and daily variations in traffic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Develop machine learning models to predict vehicle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Identify peak and off-peak traffic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Visualize traffic insights using an interactive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Enable data-driven and proactive traffic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Build a scalable system suitable for smart-city integration</a:t>
            </a:r>
          </a:p>
        </p:txBody>
      </p:sp>
    </p:spTree>
    <p:extLst>
      <p:ext uri="{BB962C8B-B14F-4D97-AF65-F5344CB8AC3E}">
        <p14:creationId xmlns:p14="http://schemas.microsoft.com/office/powerpoint/2010/main" val="4966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1322-0BD8-21E5-0CC1-68F5158E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A96C-A6B1-7440-B2DB-0B722C5AE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217"/>
            <a:ext cx="6477000" cy="981219"/>
          </a:xfrm>
        </p:spPr>
        <p:txBody>
          <a:bodyPr/>
          <a:lstStyle/>
          <a:p>
            <a:r>
              <a:rPr lang="en-US" sz="3200" b="1" dirty="0"/>
              <a:t>Dataset &amp; Data Description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9E6DA-A850-FB57-51E0-597775F3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65E7A-F500-9D7F-FCCE-0CED71B42A7A}"/>
              </a:ext>
            </a:extLst>
          </p:cNvPr>
          <p:cNvSpPr txBox="1"/>
          <p:nvPr/>
        </p:nvSpPr>
        <p:spPr>
          <a:xfrm>
            <a:off x="838200" y="1597891"/>
            <a:ext cx="7020512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Simulated but realistic urban traffic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Hourly traffic records across multiple cities and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Combines spatial and temporal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Designed to model real-world traffic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Target variable represents traffic intensity</a:t>
            </a:r>
          </a:p>
        </p:txBody>
      </p:sp>
    </p:spTree>
    <p:extLst>
      <p:ext uri="{BB962C8B-B14F-4D97-AF65-F5344CB8AC3E}">
        <p14:creationId xmlns:p14="http://schemas.microsoft.com/office/powerpoint/2010/main" val="1017285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09FCD-0BE6-F8C8-A06F-9AB3EAF9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A821-A471-485F-C9DD-0C134636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0217"/>
            <a:ext cx="8379691" cy="981219"/>
          </a:xfrm>
        </p:spPr>
        <p:txBody>
          <a:bodyPr/>
          <a:lstStyle/>
          <a:p>
            <a:r>
              <a:rPr lang="en-US" sz="3200" b="1" dirty="0"/>
              <a:t>Data Preprocessing &amp; Feature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99128-0059-34BE-07DB-5717F85B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C63D4-8A7C-1DF5-3AC5-FA0D1A5DF583}"/>
              </a:ext>
            </a:extLst>
          </p:cNvPr>
          <p:cNvSpPr txBox="1"/>
          <p:nvPr/>
        </p:nvSpPr>
        <p:spPr>
          <a:xfrm>
            <a:off x="838199" y="1462703"/>
            <a:ext cx="807740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Imported traffic dataset and validated data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Checked and handled missing or inconsistent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Converted timestamp column into datetime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Extracted temporal features from timestamp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Created Day Of Week feature to capture weekly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Created Hour Of Day feature to capture daily traffic 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Encoded categorical day values into numerical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Verified realistic traffic distribution after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Selected relevant features for model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Defined Vehicle Count as the prediction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Structured dataset for machine learning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Ensured consistency between ML pipeline and dashboard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457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724F-6ED5-3CFC-5536-6DB91BF9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855"/>
            <a:ext cx="7557655" cy="909206"/>
          </a:xfrm>
        </p:spPr>
        <p:txBody>
          <a:bodyPr>
            <a:normAutofit/>
          </a:bodyPr>
          <a:lstStyle/>
          <a:p>
            <a:r>
              <a:rPr lang="en-US" sz="3200" b="1" dirty="0"/>
              <a:t>System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6E91A-2F39-AD53-17CD-C59CCB32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Picture 7" descr="A diagram of data processing">
            <a:extLst>
              <a:ext uri="{FF2B5EF4-FFF2-40B4-BE49-F238E27FC236}">
                <a16:creationId xmlns:a16="http://schemas.microsoft.com/office/drawing/2014/main" id="{87808E92-A54B-7883-0C81-81CBF6D3B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11564"/>
            <a:ext cx="10624127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79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0C5C-F32D-ADAF-59C2-3F925DE11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EF20-4695-C46D-3873-A09EB60D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172" y="215899"/>
            <a:ext cx="7557655" cy="662332"/>
          </a:xfrm>
        </p:spPr>
        <p:txBody>
          <a:bodyPr>
            <a:normAutofit/>
          </a:bodyPr>
          <a:lstStyle/>
          <a:p>
            <a:r>
              <a:rPr lang="en-US" sz="3200" b="1" dirty="0"/>
              <a:t>Workflow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8D8D8-7B91-6A29-CB00-E1D3A015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04FCB-86B7-9EC8-D0C9-458B0556BB14}"/>
              </a:ext>
            </a:extLst>
          </p:cNvPr>
          <p:cNvSpPr txBox="1"/>
          <p:nvPr/>
        </p:nvSpPr>
        <p:spPr>
          <a:xfrm>
            <a:off x="807172" y="1177061"/>
            <a:ext cx="1036550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Collection:</a:t>
            </a:r>
            <a:br>
              <a:rPr lang="en-US" sz="2000" dirty="0"/>
            </a:br>
            <a:r>
              <a:rPr lang="en-US" sz="2000" dirty="0"/>
              <a:t>Traffic data is collected from the dataset containing city, state, timestamp, day of week, hour of day, and vehicle count.</a:t>
            </a:r>
          </a:p>
          <a:p>
            <a:r>
              <a:rPr lang="en-US" sz="2000" b="1" dirty="0"/>
              <a:t>Raw Dataset Storage:</a:t>
            </a:r>
            <a:br>
              <a:rPr lang="en-US" sz="2000" dirty="0"/>
            </a:br>
            <a:r>
              <a:rPr lang="en-US" sz="2000" dirty="0"/>
              <a:t>The collected traffic data is stored in its original form without any modification to preserve data integrity.</a:t>
            </a:r>
          </a:p>
          <a:p>
            <a:r>
              <a:rPr lang="en-US" sz="2000" b="1" dirty="0"/>
              <a:t>Data Preprocessing:</a:t>
            </a:r>
            <a:br>
              <a:rPr lang="en-US" sz="2000" dirty="0"/>
            </a:br>
            <a:r>
              <a:rPr lang="en-US" sz="2000" dirty="0"/>
              <a:t>The raw data is cleaned, formatted, and transformed.</a:t>
            </a:r>
            <a:br>
              <a:rPr lang="en-US" sz="2000" dirty="0"/>
            </a:br>
            <a:r>
              <a:rPr lang="en-US" sz="2000" dirty="0"/>
              <a:t>Timestamps are parsed to extract meaningful time-based features such as Day Of Week and Hour Of Day.</a:t>
            </a:r>
          </a:p>
          <a:p>
            <a:r>
              <a:rPr lang="en-US" sz="2000" b="1" dirty="0"/>
              <a:t>Feature Engineering:</a:t>
            </a:r>
            <a:br>
              <a:rPr lang="en-US" sz="2000" dirty="0"/>
            </a:br>
            <a:r>
              <a:rPr lang="en-US" sz="2000" dirty="0"/>
              <a:t>Relevant features are selected, and categorical variables are encoded.</a:t>
            </a:r>
            <a:br>
              <a:rPr lang="en-US" sz="2000" dirty="0"/>
            </a:br>
            <a:r>
              <a:rPr lang="en-US" sz="2000" dirty="0"/>
              <a:t>The target variable, Vehicle Count, is prepared for prediction.</a:t>
            </a:r>
          </a:p>
          <a:p>
            <a:r>
              <a:rPr lang="en-US" sz="2000" b="1" dirty="0"/>
              <a:t>Visualization &amp; Dashboard:</a:t>
            </a:r>
            <a:br>
              <a:rPr lang="en-US" sz="2000" dirty="0"/>
            </a:br>
            <a:r>
              <a:rPr lang="en-US" sz="2000" dirty="0"/>
              <a:t>Predicted and historical traffic results are displayed through an interactive dashboard, enabling easy analysis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5854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4CBB-C676-7A2E-889D-FE7EAB8CE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CA1B-5035-7B9F-2C6C-9BFB44AF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05" y="136525"/>
            <a:ext cx="6397566" cy="882258"/>
          </a:xfrm>
        </p:spPr>
        <p:txBody>
          <a:bodyPr>
            <a:noAutofit/>
          </a:bodyPr>
          <a:lstStyle/>
          <a:p>
            <a:r>
              <a:rPr lang="en-US" sz="3200" b="1" dirty="0"/>
              <a:t>Machine Learning Models</a:t>
            </a:r>
            <a:r>
              <a:rPr lang="en-US" sz="3200" dirty="0"/>
              <a:t> </a:t>
            </a:r>
            <a:endParaRPr lang="en-US" sz="32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F7E1B-5BA6-16EB-2979-D78EFDA7C0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6106" y="1233056"/>
            <a:ext cx="8817493" cy="2527213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/>
              <a:t>Random Forest Regressor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Supervised machine learning regression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Trained using historical traffic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Uses time-based features such as Hour Of Day and Day Of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Learns relationships between time and vehicle 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Generates predicted traffic volume values</a:t>
            </a:r>
            <a:endParaRPr lang="en-US" sz="2400" dirty="0">
              <a:latin typeface="+mj-lt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FBF96B4-9D36-882B-8A80-68CE36B406F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70F7D-279F-7225-4E45-831B7688CA75}"/>
              </a:ext>
            </a:extLst>
          </p:cNvPr>
          <p:cNvSpPr txBox="1"/>
          <p:nvPr/>
        </p:nvSpPr>
        <p:spPr>
          <a:xfrm>
            <a:off x="936105" y="3760269"/>
            <a:ext cx="881749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LSTM Neural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Deep learning model designed for time-series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Processes sequential traffic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Uses past traffic values to predict future traffic volume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Learns temporal traffic patterns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Outputs predicted traffic volume over time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758544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7C8A-7D38-A19D-BBAF-5D6997EEC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8B1B-2498-0FB0-EF60-9A94A049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1" y="136525"/>
            <a:ext cx="6397566" cy="882258"/>
          </a:xfrm>
        </p:spPr>
        <p:txBody>
          <a:bodyPr>
            <a:noAutofit/>
          </a:bodyPr>
          <a:lstStyle/>
          <a:p>
            <a:r>
              <a:rPr lang="en-US" sz="3200" b="1" dirty="0"/>
              <a:t>PROBLEM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F8AEA-6F17-0EDF-A0CB-0F93A188F8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2361" y="1425951"/>
            <a:ext cx="9214657" cy="4198994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Rapid urbanization has increased traffic volume significantly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Traffic congestion leads to delays, fuel wastage, and economic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Air pollution increases due to prolonged vehicle idling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Emergency services are delayed due to unpredictable traffic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Existing traffic systems are mostly reactive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Lack of accurate traffic prediction limits proactive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Manual or rule-based systems cannot adapt to dynamic traffic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Absence of data-driven decision-making tools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8A99FA2-A893-5965-D93A-2ADC5AE3EAA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09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244" y="241251"/>
            <a:ext cx="8421688" cy="1057308"/>
          </a:xfrm>
        </p:spPr>
        <p:txBody>
          <a:bodyPr>
            <a:normAutofit/>
          </a:bodyPr>
          <a:lstStyle/>
          <a:p>
            <a:r>
              <a:rPr lang="en-US" sz="3200" b="1" dirty="0"/>
              <a:t>Use-cases &amp; Practical Applications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7B1A399-309C-D744-4C51-AB40A39833AC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1168400" y="1421669"/>
            <a:ext cx="985519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Real-time traffic congestion monitoring and prediction</a:t>
            </a:r>
          </a:p>
          <a:p>
            <a:pPr marL="342900" lvl="0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Adaptive traffic signal control at intersections</a:t>
            </a:r>
          </a:p>
          <a:p>
            <a:pPr marL="342900" lvl="0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Smart route planning and congestion avoidance</a:t>
            </a:r>
          </a:p>
          <a:p>
            <a:pPr marL="342900" lvl="0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Emergency vehicle traffic management</a:t>
            </a:r>
          </a:p>
          <a:p>
            <a:pPr marL="342900" lvl="0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Urban transportation and infrastructure planning</a:t>
            </a:r>
          </a:p>
          <a:p>
            <a:pPr marL="342900" lvl="0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Peak-hour and special event traffic management</a:t>
            </a:r>
          </a:p>
          <a:p>
            <a:pPr marL="342900" lvl="0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Environmental impact and emission reduction analysis</a:t>
            </a:r>
          </a:p>
          <a:p>
            <a:pPr marL="342900" lvl="0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Support for smart city and intelligent transport systems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1" y="136525"/>
            <a:ext cx="6397566" cy="882258"/>
          </a:xfrm>
        </p:spPr>
        <p:txBody>
          <a:bodyPr>
            <a:noAutofit/>
          </a:bodyPr>
          <a:lstStyle/>
          <a:p>
            <a:r>
              <a:rPr lang="en-US" sz="3200" b="1" dirty="0"/>
              <a:t>Advantages of the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2361" y="1425951"/>
            <a:ext cx="9214657" cy="419899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Enables predictive rather than reactive traffic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Improves traffic flow efficiency and congestion </a:t>
            </a:r>
            <a:r>
              <a:rPr lang="en-US" sz="2200" dirty="0" err="1"/>
              <a:t>contro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Supports data-driven decision making for authorities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Provides real-time and interactive traffic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Enhances urban mobility and commuter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Scalable architecture suitable for smart city deployments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Reduces fuel consumption and environmental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User-friendly dashboard requiring minimal technical knowledge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Flexible framework that can integrate real-time data sources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0ADF6-6D9D-3631-E22E-9477EC4C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C8D6-A37F-1D3C-F2B0-D9BEDC39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8407400" cy="981219"/>
          </a:xfrm>
        </p:spPr>
        <p:txBody>
          <a:bodyPr/>
          <a:lstStyle/>
          <a:p>
            <a:r>
              <a:rPr lang="en-US" sz="3200" b="1" dirty="0"/>
              <a:t>Future Work &amp; Enhancements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E39F-F1D3-5210-CE3D-849F39C5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BC6A9-545F-9CDF-1254-9E8ABC5A62CC}"/>
              </a:ext>
            </a:extLst>
          </p:cNvPr>
          <p:cNvSpPr txBox="1"/>
          <p:nvPr/>
        </p:nvSpPr>
        <p:spPr>
          <a:xfrm>
            <a:off x="838200" y="1536174"/>
            <a:ext cx="94670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Integrate real-time traffic data from sensors and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Incorporate GPS and IoT-based traffic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Extend model training using larger, real-world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Apply advanced deep learning models for higher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Implement real-time traffic congestion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Enable dynamic traffic signal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Improve dashboard with live updates and 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Expand system to additional cities and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 anomaly detection for accidents and special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Enhance system scalability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238501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B835-8594-6E4D-6793-4AB9ED51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DC3C-53C7-F55D-C49A-5C4A536B3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5111750" cy="981219"/>
          </a:xfrm>
        </p:spPr>
        <p:txBody>
          <a:bodyPr/>
          <a:lstStyle/>
          <a:p>
            <a:r>
              <a:rPr lang="en-US" sz="3200" b="1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B349A-F3E6-4BB1-95BF-67E94988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F9775-166C-BFB1-0A1A-814BBCB684F6}"/>
              </a:ext>
            </a:extLst>
          </p:cNvPr>
          <p:cNvSpPr txBox="1"/>
          <p:nvPr/>
        </p:nvSpPr>
        <p:spPr>
          <a:xfrm>
            <a:off x="838200" y="1536174"/>
            <a:ext cx="946706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Designed and implemented an end-to-end Smart Traffic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Collected, processed, and analyzed time-based traffic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Applied machine learning models to predict vehicle traffic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Compared traditional ML and deep learning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Built an interactive and user-friendly traffic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Enabled data-driven and proactive traffic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Demonstrated realistic traffic patterns and congestion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Scalable architecture suitable for smart city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Strong foundation for real-time intelligent transportation systems</a:t>
            </a:r>
          </a:p>
        </p:txBody>
      </p:sp>
    </p:spTree>
    <p:extLst>
      <p:ext uri="{BB962C8B-B14F-4D97-AF65-F5344CB8AC3E}">
        <p14:creationId xmlns:p14="http://schemas.microsoft.com/office/powerpoint/2010/main" val="2218996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2160681"/>
            <a:ext cx="4179570" cy="1524735"/>
          </a:xfrm>
        </p:spPr>
        <p:txBody>
          <a:bodyPr/>
          <a:lstStyle/>
          <a:p>
            <a:r>
              <a:rPr lang="en-US" sz="4000" b="1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304</TotalTime>
  <Words>750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Monoline</vt:lpstr>
      <vt:lpstr>PowerPoint Presentation</vt:lpstr>
      <vt:lpstr>Project OBJECTIVE</vt:lpstr>
      <vt:lpstr>Dataset &amp; Data Description</vt:lpstr>
      <vt:lpstr>Data Preprocessing &amp; Feature Engineering</vt:lpstr>
      <vt:lpstr>System Architecture</vt:lpstr>
      <vt:lpstr>Workflow</vt:lpstr>
      <vt:lpstr>Machine Learning Models </vt:lpstr>
      <vt:lpstr>PROBLEM</vt:lpstr>
      <vt:lpstr>Use-cases &amp; Practical Applications</vt:lpstr>
      <vt:lpstr>Advantages of the System</vt:lpstr>
      <vt:lpstr>Future Work &amp;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Kunduru, Dinesh Reddy</dc:creator>
  <cp:lastModifiedBy>Kunduru, Dinesh Reddy</cp:lastModifiedBy>
  <cp:revision>2</cp:revision>
  <dcterms:created xsi:type="dcterms:W3CDTF">2025-12-09T01:54:42Z</dcterms:created>
  <dcterms:modified xsi:type="dcterms:W3CDTF">2025-12-09T22:42:10Z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